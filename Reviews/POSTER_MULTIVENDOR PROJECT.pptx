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4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uvarthi Bhardwaj" userId="8af397db007e1227" providerId="LiveId" clId="{4B1A476E-41A6-4AE5-9917-C020D05E6106}"/>
    <pc:docChg chg="modSld">
      <pc:chgData name="Veluvarthi Bhardwaj" userId="8af397db007e1227" providerId="LiveId" clId="{4B1A476E-41A6-4AE5-9917-C020D05E6106}" dt="2026-09-28T14:24:55.404" v="5" actId="20577"/>
      <pc:docMkLst>
        <pc:docMk/>
      </pc:docMkLst>
      <pc:sldChg chg="modSp mod">
        <pc:chgData name="Veluvarthi Bhardwaj" userId="8af397db007e1227" providerId="LiveId" clId="{4B1A476E-41A6-4AE5-9917-C020D05E6106}" dt="2026-09-28T14:24:55.404" v="5" actId="20577"/>
        <pc:sldMkLst>
          <pc:docMk/>
          <pc:sldMk cId="0" sldId="256"/>
        </pc:sldMkLst>
        <pc:spChg chg="mod">
          <ac:chgData name="Veluvarthi Bhardwaj" userId="8af397db007e1227" providerId="LiveId" clId="{4B1A476E-41A6-4AE5-9917-C020D05E6106}" dt="2026-09-28T14:24:55.404" v="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9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react.dev/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mongodb.com/docs/?utm_source=chatgpt.com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nodejs.org/docs/latest/api/?utm_source=chatgpt.com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9  |  Section: 10  |  Members: V. Bhardwaj – 2520090182, P. Uday – 2520090089, A. Chaitanya – 2520090094  |  Guide: Mrs. Divya Priya Degala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CSIT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where campus vendors list products and students order for on-campus delivery. Built with React, Node.js REST APIs and MySQL.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one place for many vendors, faster ordering, tracked deliveries.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Campus vendors work separately; students have no single system to browse, order and track.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Multi-vendor catalogue with role-based access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Order and delivery tracking workflow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Normalised DB with validated REST APIs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Students, vendors, delivery staff and admin; single campus.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331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Calls, walk-ins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online catalogue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vendors, one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untracked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scattered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MySQL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integrated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Team knows React, Node.js and SQL; all tools are free.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Open-source stack with free-tier hosting; no licence cost.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Simple interface for students and vendors; easy to maintain.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Planned for completion within the semester timeline.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 (HTML, CSS, JavaScript)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 + Express,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 &amp; GitHub, Postman, VS Code, Draw.io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01" name="Arch Users"/>
          <p:cNvSpPr/>
          <p:nvPr/>
        </p:nvSpPr>
        <p:spPr>
          <a:xfrm>
            <a:off x="5721274" y="5083480"/>
            <a:ext cx="4369714" cy="29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txBody>
          <a:bodyPr wrap="square" lIns="54000" tIns="54000" rIns="36000" bIns="360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Student  |  Vendor  |  Delivery Staff  |  Admin</a:t>
            </a:r>
          </a:p>
        </p:txBody>
      </p:sp>
      <p:sp>
        <p:nvSpPr>
          <p:cNvPr id="102" name="Arch Front-End"/>
          <p:cNvSpPr/>
          <p:nvPr/>
        </p:nvSpPr>
        <p:spPr>
          <a:xfrm>
            <a:off x="5721274" y="5603480"/>
            <a:ext cx="1189904" cy="14288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54000" tIns="54000" rIns="36000" bIns="3600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 UI)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orders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panel</a:t>
            </a:r>
          </a:p>
        </p:txBody>
      </p:sp>
      <p:sp>
        <p:nvSpPr>
          <p:cNvPr id="103" name="Arch REST API Layer"/>
          <p:cNvSpPr/>
          <p:nvPr/>
        </p:nvSpPr>
        <p:spPr>
          <a:xfrm>
            <a:off x="7311178" y="5603480"/>
            <a:ext cx="1189904" cy="14288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54000" tIns="54000" rIns="36000" bIns="3600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APIs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APIs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APIs</a:t>
            </a:r>
          </a:p>
        </p:txBody>
      </p:sp>
      <p:sp>
        <p:nvSpPr>
          <p:cNvPr id="104" name="Arch Database"/>
          <p:cNvSpPr/>
          <p:nvPr/>
        </p:nvSpPr>
        <p:spPr>
          <a:xfrm>
            <a:off x="8901082" y="5603480"/>
            <a:ext cx="1189904" cy="14288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54000" tIns="54000" rIns="36000" bIns="3600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Vendors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</a:p>
          <a:p>
            <a:pPr marL="114300" indent="-1143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</a:p>
        </p:txBody>
      </p:sp>
      <p:cxnSp>
        <p:nvCxnSpPr>
          <p:cNvPr id="105" name="Arch Arrow 0"/>
          <p:cNvCxnSpPr/>
          <p:nvPr/>
        </p:nvCxnSpPr>
        <p:spPr>
          <a:xfrm>
            <a:off x="6911178" y="6317900"/>
            <a:ext cx="400000" cy="0"/>
          </a:xfrm>
          <a:prstGeom prst="line">
            <a:avLst/>
          </a:prstGeom>
          <a:ln w="19050">
            <a:solidFill>
              <a:srgbClr val="6D28D9"/>
            </a:solidFill>
            <a:headEnd type="triangle" w="med" len="med"/>
            <a:tailEnd type="triangle" w="med" len="med"/>
          </a:ln>
        </p:spPr>
      </p:cxnSp>
      <p:sp>
        <p:nvSpPr>
          <p:cNvPr id="106" name="Arch Label 0"/>
          <p:cNvSpPr/>
          <p:nvPr/>
        </p:nvSpPr>
        <p:spPr>
          <a:xfrm>
            <a:off x="6911178" y="60879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54000" rIns="36000" bIns="36000" rtlCol="0" anchor="b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</a:p>
        </p:txBody>
      </p:sp>
      <p:cxnSp>
        <p:nvCxnSpPr>
          <p:cNvPr id="107" name="Arch Arrow 1"/>
          <p:cNvCxnSpPr/>
          <p:nvPr/>
        </p:nvCxnSpPr>
        <p:spPr>
          <a:xfrm>
            <a:off x="8501082" y="6317900"/>
            <a:ext cx="400000" cy="0"/>
          </a:xfrm>
          <a:prstGeom prst="line">
            <a:avLst/>
          </a:prstGeom>
          <a:ln w="19050">
            <a:solidFill>
              <a:srgbClr val="6D28D9"/>
            </a:solidFill>
            <a:headEnd type="triangle" w="med" len="med"/>
            <a:tailEnd type="triangle" w="med" len="med"/>
          </a:ln>
        </p:spPr>
      </p:cxnSp>
      <p:sp>
        <p:nvSpPr>
          <p:cNvPr id="108" name="Arch Label 1"/>
          <p:cNvSpPr/>
          <p:nvPr/>
        </p:nvSpPr>
        <p:spPr>
          <a:xfrm>
            <a:off x="8501082" y="60879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54000" rIns="36000" bIns="36000" rtlCol="0" anchor="b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</a:p>
        </p:txBody>
      </p:sp>
      <p:cxnSp>
        <p:nvCxnSpPr>
          <p:cNvPr id="109" name="Arch Arrow Users"/>
          <p:cNvCxnSpPr/>
          <p:nvPr/>
        </p:nvCxnSpPr>
        <p:spPr>
          <a:xfrm>
            <a:off x="6316226" y="5373480"/>
            <a:ext cx="0" cy="230000"/>
          </a:xfrm>
          <a:prstGeom prst="line">
            <a:avLst/>
          </a:prstGeom>
          <a:ln w="19050">
            <a:solidFill>
              <a:srgbClr val="6D28D9"/>
            </a:solidFill>
            <a:headEnd type="triangle" w="med" len="med"/>
            <a:tailEnd type="triangle" w="med" len="med"/>
          </a:ln>
        </p:spPr>
      </p:cxn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outcomes / test results]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[CRUD, validation, performance]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multi-vendor ordering and delivery platform.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objectives of unified ordering and tracking.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and payment gateway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and delivery route optimisation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210491" y="1440180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IN" sz="1100" b="1" dirty="0"/>
              <a:t>[1]</a:t>
            </a:r>
            <a:r>
              <a:rPr lang="en-IN" sz="1100" dirty="0"/>
              <a:t> React Documentation, </a:t>
            </a:r>
            <a:r>
              <a:rPr lang="en-IN" sz="1100" i="1" dirty="0"/>
              <a:t>React – Official Documentation</a:t>
            </a:r>
            <a:r>
              <a:rPr lang="en-IN" sz="1100" dirty="0"/>
              <a:t>, Meta Platforms, Inc. </a:t>
            </a:r>
            <a:r>
              <a:rPr lang="en-IN" sz="1100" dirty="0">
                <a:hlinkClick r:id="rId3"/>
              </a:rPr>
              <a:t>React Documentation</a:t>
            </a:r>
            <a:r>
              <a:rPr lang="en-IN" sz="1100" dirty="0"/>
              <a:t> </a:t>
            </a:r>
          </a:p>
          <a:p>
            <a:r>
              <a:rPr lang="en-IN" sz="1100" b="1" dirty="0"/>
              <a:t>[2]</a:t>
            </a:r>
            <a:r>
              <a:rPr lang="en-IN" sz="1100" dirty="0"/>
              <a:t> Node.js Documentation, </a:t>
            </a:r>
            <a:r>
              <a:rPr lang="en-IN" sz="1100" i="1" dirty="0"/>
              <a:t>Node.js – Official API Documentation</a:t>
            </a:r>
            <a:r>
              <a:rPr lang="en-IN" sz="1100" dirty="0"/>
              <a:t>. </a:t>
            </a:r>
            <a:r>
              <a:rPr lang="en-IN" sz="1100" dirty="0">
                <a:hlinkClick r:id="rId4"/>
              </a:rPr>
              <a:t>Node.js Documentation</a:t>
            </a:r>
            <a:r>
              <a:rPr lang="en-IN" sz="1100" dirty="0"/>
              <a:t> </a:t>
            </a:r>
          </a:p>
          <a:p>
            <a:r>
              <a:rPr lang="en-IN" sz="1100" b="1" dirty="0"/>
              <a:t>[3]</a:t>
            </a:r>
            <a:r>
              <a:rPr lang="en-IN" sz="1100" dirty="0"/>
              <a:t> MongoDB Documentation, </a:t>
            </a:r>
            <a:r>
              <a:rPr lang="en-IN" sz="1100" i="1" dirty="0"/>
              <a:t>MongoDB – Database Documentation</a:t>
            </a:r>
            <a:r>
              <a:rPr lang="en-IN" sz="1100" dirty="0"/>
              <a:t>. </a:t>
            </a:r>
            <a:r>
              <a:rPr lang="en-IN" sz="1100" dirty="0">
                <a:hlinkClick r:id="rId5"/>
              </a:rPr>
              <a:t>MongoDB Documentation</a:t>
            </a:r>
            <a:endParaRPr lang="en-IN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48A6C73-D382-EB4B-E648-C13C83580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080" y="7824218"/>
            <a:ext cx="4640200" cy="201015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9ADDCFE-15C3-BD76-B3A3-82EF7EF00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87699"/>
            <a:ext cx="1310640" cy="133917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A01722C-9DFD-22C4-B362-01388276E6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1080" y="10498456"/>
            <a:ext cx="2256665" cy="180677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02F5945-978D-4A67-E2C8-C5255D38F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4517" y="10498456"/>
            <a:ext cx="2256665" cy="180677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73F98C4-3AE9-D41D-7C92-75FCA68EF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6900" y="14255115"/>
            <a:ext cx="861060" cy="851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PBL_Project_Poster_Team9</Template>
  <TotalTime>1</TotalTime>
  <Words>491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Veluvarthi Bhardwaj</dc:creator>
  <cp:lastModifiedBy>Veluvarthi Bhardwaj</cp:lastModifiedBy>
  <cp:revision>1</cp:revision>
  <dcterms:created xsi:type="dcterms:W3CDTF">2026-09-28T14:00:24Z</dcterms:created>
  <dcterms:modified xsi:type="dcterms:W3CDTF">2026-09-28T14:25:56Z</dcterms:modified>
</cp:coreProperties>
</file>